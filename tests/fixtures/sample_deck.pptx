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B.L.A.S.T. OCR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Heterogeneous Document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